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 de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 ARPANET a la red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Orígenes: ARPANET (1969)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ARPANET fue financiado por el Departamento de Defensa de EE. UU. (DARPA).</a:t>
            </a:r>
          </a:p>
          <a:p>
            <a:r>
              <a:t>El 29 de octubre de 1969 se envió el primer mensaje entre UCLA y Stanford.</a:t>
            </a:r>
          </a:p>
          <a:p>
            <a:r>
              <a:t>J.C.R. Licklider del MIT describió en 1962 la 'Red Galáctica'.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World Wide Web (1989-1991)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 Berners-Lee, científico del CERN en Suiza, propuso la Web en 1989.</a:t>
            </a:r>
          </a:p>
          <a:p>
            <a:r>
              <a:t>En 1991 publicó la primera página web del mundo.</a:t>
            </a:r>
          </a:p>
          <a:p>
            <a:r>
              <a:t>Inventó HTML, HTTP y el sistema de URLs.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2023: ~5300 millones de usuarios (66 % de la población mundial).</a:t>
            </a:r>
          </a:p>
          <a:p>
            <a:r>
              <a:t>IPv6 permite 3,4 × 10^38 direcciones frente a los ~4300 M de IPv4.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